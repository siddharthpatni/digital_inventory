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ckflow_logo_1769114192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371600" cy="1371600"/>
          </a:xfrm>
          <a:prstGeom prst="rect">
            <a:avLst/>
          </a:prstGeom>
        </p:spPr>
      </p:pic>
      <p:pic>
        <p:nvPicPr>
          <p:cNvPr id="3" name="Picture 2" descr="inventory_dashboard_hero_1769113749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2560320"/>
            <a:ext cx="45720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bIns="274320" lIns="365760" rIns="365760"/>
          <a:lstStyle/>
          <a:p>
            <a:pPr algn="ctr">
              <a:spcAft>
                <a:spcPts val="600"/>
              </a:spcAft>
              <a:defRPr sz="4400" b="1">
                <a:solidFill>
                  <a:srgbClr val="2563EB"/>
                </a:solidFill>
              </a:defRPr>
            </a:pPr>
            <a:r>
              <a:t>StockFlow</a:t>
            </a:r>
          </a:p>
          <a:p>
            <a:pPr>
              <a:spcAft>
                <a:spcPts val="200"/>
              </a:spcAft>
              <a:defRPr sz="2000">
                <a:solidFill>
                  <a:srgbClr val="0F172A"/>
                </a:solidFill>
              </a:defRPr>
            </a:pPr>
            <a:r>
              <a:t>Inventory Management</a:t>
            </a:r>
          </a:p>
          <a:p>
            <a:pPr>
              <a:spcAft>
                <a:spcPts val="1600"/>
              </a:spcAft>
              <a:defRPr sz="2000">
                <a:solidFill>
                  <a:srgbClr val="0F172A"/>
                </a:solidFill>
              </a:defRPr>
            </a:pPr>
            <a:r>
              <a:t>for SMBs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</a:defRPr>
            </a:pPr>
            <a:r>
              <a:t>€9/mo • 83% margins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€12B market • 15M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blem_illustration_1769113764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57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📉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60% lack systems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• 15% revenue lost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• €100-500/mo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657600" cy="43891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lution_illustration_1769113778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3657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✅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114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€9-19/mo only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✓ 2-min setup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✓ AI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Market &amp;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2563EB"/>
                </a:solidFill>
              </a:defRPr>
            </a:pPr>
            <a:r>
              <a:t>€12B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22C55E"/>
                </a:solidFill>
              </a:defRPr>
            </a:pPr>
            <a:r>
              <a:t>€2.4B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F97316"/>
                </a:solidFill>
              </a:defRPr>
            </a:pPr>
            <a:r>
              <a:t>€120M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2011680" cy="1371600"/>
          </a:xfrm>
          <a:prstGeom prst="roundRect">
            <a:avLst/>
          </a:prstGeom>
          <a:solidFill>
            <a:srgbClr val="2563EB">
              <a:lumMod val="5000"/>
              <a:lumOff val="95000"/>
            </a:srgbClr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2563EB"/>
                </a:solidFill>
              </a:defRPr>
            </a:pPr>
            <a:r>
              <a:t>€9/mo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Starter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383280"/>
            <a:ext cx="2011680" cy="137160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</a:defRPr>
            </a:pPr>
            <a:r>
              <a:t>€19/mo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383280"/>
            <a:ext cx="2011680" cy="137160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F97316"/>
                </a:solidFill>
              </a:defRPr>
            </a:pPr>
            <a:r>
              <a:t>€49/mo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6949440" cy="7315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83% Margins • 12:1 LTV:CAC • Month 2 Break-even • &lt;5% Churn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3/5</a:t>
            </a:r>
          </a:p>
        </p:txBody>
      </p:sp>
      <p:pic>
        <p:nvPicPr>
          <p:cNvPr id="14" name="Picture 13" descr="01_dashboard_1765989751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Growth &amp;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r_chart_growth_1769114210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8404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0" y="137160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385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€66K ARR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56032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1.2K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€280K 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749039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931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3K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€720K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7680960" cy="73152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🏆 91-98% Cheaper • Modern UX • 2-Min Setup • SMB-Focused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4/5</a:t>
            </a:r>
          </a:p>
        </p:txBody>
      </p:sp>
      <p:pic>
        <p:nvPicPr>
          <p:cNvPr id="21" name="Picture 20" descr="03_inventory_table_1765989919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</a:defRPr>
            </a:pPr>
            <a:r>
              <a:t>Investment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4572000" cy="118872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Seeking €250K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for 12-15% Equity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1463040" cy="1188720"/>
          </a:xfrm>
          <a:prstGeom prst="roundRect">
            <a:avLst/>
          </a:prstGeom>
          <a:solidFill>
            <a:srgbClr val="2563EB">
              <a:lumMod val="5000"/>
              <a:lumOff val="95000"/>
            </a:srgbClr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2563EB"/>
                </a:solidFill>
              </a:defRPr>
            </a:pPr>
            <a:r>
              <a:t>40%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Product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€100K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200400"/>
            <a:ext cx="1463040" cy="11887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22C55E"/>
                </a:solidFill>
              </a:defRPr>
            </a:pPr>
            <a:r>
              <a:t>40%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Marketing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€100K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3200400"/>
            <a:ext cx="1463040" cy="118872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F97316"/>
                </a:solidFill>
              </a:defRPr>
            </a:pPr>
            <a:r>
              <a:t>20%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Operations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€50K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10-20x Return • Month 2 Break-even • €12B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6400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📧 founders@stockflow.com • 🌐 www.stockflow.com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5/5</a:t>
            </a:r>
          </a:p>
        </p:txBody>
      </p:sp>
      <p:pic>
        <p:nvPicPr>
          <p:cNvPr id="12" name="Picture 11" descr="04_analytics_1765989960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